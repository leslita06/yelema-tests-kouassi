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du contexte : aucune source publique sur le prospect ; contexte fictif à remplacer par le compte rendu du premier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montrer : une demande de cotation avec la liste de démonstration (ci-dessous), sans prix cité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produits listés sur blok.africa (accueil, « Tous les nouveaux produits disponibles »), lus le 15/10/2026. Aucun prix : « veuillez vous connecter pour voir les prix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Hors démo : plafond et durée du paiement à terme, non publiés par BLOK ⟦à renseigner par BLOK⟧.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Livraison dans tout le Grand Abidjan ; hors Abidjan, prise en charge spécifique à demander (FAQ). Importation : selon disponibilité fournisseur.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30 minutes, 10 minutes de questions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fonction n'est montrée sans avoir été vérifiée sur la plateforme avant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Chiffres « annoncés par BLOK » : sans date de mesure ni définition de « client » sur le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Rien n'est envoyé ni publié : la démonstration est préparée, pas jouée.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04000"/>
            <a:ext cx="2448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0" y="576000"/>
            <a:ext cx="2023256" cy="7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000" y="198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Work Sans"/>
              </a:rPr>
              <a:t>Commander vos matériaux en ligne : la démonstration BLOK pour Bâtir Plateau SA</a:t>
            </a:r>
          </a:p>
          <a:p>
            <a:r>
              <a:rPr sz="1700" b="0">
                <a:solidFill>
                  <a:srgbClr val="CFD8EE"/>
                </a:solidFill>
                <a:latin typeface="Work Sans"/>
              </a:rPr>
              <a:t>Démonstration de 30 minutes sur vos trois situations d'achat · 15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50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3CD"/>
                </a:solidFill>
                <a:latin typeface="Work Sans"/>
              </a:rPr>
              <a:t>FICTIF : prospect et situations inventés pour l'entraînement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Ce que nous avons compris de vos achats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Vous menez plusieurs chantiers à la fois</a:t>
            </a:r>
            <a:r>
              <a:rPr sz="1900" b="0">
                <a:latin typeface="Work Sans"/>
              </a:rPr>
              <a:t> et votre équipe achats compare déjà des devis par e-mail [FICTIF, hypothèse de travail].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Trois situations vous coûtent du temps</a:t>
            </a:r>
            <a:r>
              <a:rPr sz="1900" b="0">
                <a:latin typeface="Work Sans"/>
              </a:rPr>
              <a:t> : la liste du lundi, le paiement, la livraison [FICTIF].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Aujourd'hui</a:t>
            </a:r>
            <a:r>
              <a:rPr sz="1900" b="0">
                <a:latin typeface="Work Sans"/>
              </a:rPr>
              <a:t> : une même liste envoyée à trois fournisseurs par WhatsApp, des réponses qui arrivent le soir, des prix à recopier dans un tableur.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Ce que nous vous montrons</a:t>
            </a:r>
            <a:r>
              <a:rPr sz="1900" b="0">
                <a:latin typeface="Work Sans"/>
              </a:rPr>
              <a:t> : ces trois situations, sur la plateforme BLOK, avec une liste de matériaux courants.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Source du contexte : aucune source publique sur le prospect ; contexte fictif à remplacer par le compte rendu du premier rendez-vous.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Situation 1 : la liste du lundi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Sa liste de 30 lignes part chez trois fournisseurs. Les réponses arrivent le soir [FICTIF].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00"/>
                <a:gridCol w="513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Aujourd'hui [FICTIF]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Sur BLOK (blok.africa, accueil et FAQ)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Liste retapée trois fois sur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On dépose la liste une fois : PDF, photo ou Excel, jusqu'à 20 Mo (« Charger ma demande de cotation 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Trois réponses dans trois formats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Les produits des fournisseurs vérifiés sont proposés ; alternatives compatibles (marque, qualité, prix) suggérées automatiquement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Prix recopiés à la 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Prix comparés au même endroit, après connexion à un compte professionnel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À montrer : une demande de cotation avec la liste de démonstration (ci-dessous), sans prix cité à l'oral.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La liste de démonstration (quantités FICTIVES)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Six produits réellement présents sur la page d'accueil de BLOK ; les quantités sont inventées pour la démonstration.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Produit (catalogue BLOK)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Quantité [FICTIF]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Usage chantier [FICTIF]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PANTEX 1300 BLANC SEP 30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40 sacs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Peinture des 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MOUSSE POLYURETHANE 750 ML SOMAFIX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60 bombes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Calfeutrement des menuiseries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CHEMIN DE CABLE 150 150 GRILLAGE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25 longueurs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Courants forts, local technique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POUBELLE DE CHANTIER 240 L BLEU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6 unités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Propreté du chantier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JERRICAN ESSENCE 20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10 unités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Groupe électrogène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CONTENEUR 20 PIEDS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1 unité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Stockage de chantier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Source : produits listés sur blok.africa (accueil, « Tous les nouveaux produits disponibles »), lus le 15/10/2026. Aucun prix : « veuillez vous connecter pour voir les prix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Situation 2 : le paiement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Le gérant valide, la comptable vire ; certains fournisseurs veulent un acompte en Mobile Money [FICTIF].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00"/>
                <a:gridCol w="513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Besoin [FICTIF]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Ce que BLOK dit (FAQ)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Virement validé par la comptable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Virement bancaire accepté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Acompte rapide, depuis le chantier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Paiement mobile (MoMo, Wave) et paiement en ligne sécurisé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Payer après la livraison, sur chantier 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Paiement à terme pour les clients vérifiés : éligibilité selon l'historique d'achat et les documents KYB/KYC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Hors démo : plafond et durée du paiement à terme, non publiés par BLOK ⟦à renseigner par BLOK⟧.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Situation 3 : la livraison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Un camion arrive sans prévenir, personne ne signe, le litige commence [FICTIF].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00"/>
                <a:gridCol w="513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Besoin [FICTIF]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Ce que BLOK dit (FAQ)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Savoir quand ça arrive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Stock local : 24 à 72 h ; estimation fournie avant validation de la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Suivre sans appeler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Confirmation de commande, mise en livraison et preuve de livraison, dans le tableau de bord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Un produit défectueux ou erroné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Retour possible en cas de non-conformité, de défaut ou d'erreur de livraison ; conditions selon le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Livraison dans tout le Grand Abidjan ; hors Abidjan, prise en charge spécifique à demander (FAQ). Importation : selon disponibilité fournisseur.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Le déroulé de la démonstration (30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Dix minutes de questions s'ajoutent. Une répétition à blanc la veille, avec la liste de démonstration.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Minutes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Séquence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Ce que le prospect voit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0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Ouverture : rappeler son irritant avec ses mots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Un écran vide, sa phrase affichée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2 à 10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Situation 1 : déposer la liste, comparer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La demande de cotation et les propositions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10 à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Situation 2 : choisir le paiement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Les moyens de paiement et le paiement à terme (sans chiffre)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16 à 22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Situation 3 : suivre la commande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Le tableau de bord et la preuve de livraison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22 à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Objections de la section suivante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Les réponses, avec la page du site qui les prouve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27 à 30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Prochaine étape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Une demande de cotation réelle, déposée avec lui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Total 30 minutes, 10 minutes de questions ensuite.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Ce qui est montré, promis, laissé hors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Une démonstration ne montre que ce qui fonctionne. Le reste reçoit une réponse honnête et datée.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Montré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Promis (si la page du site le dit)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Hors démo, réponse prévue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Dépôt d'une demande de cotation ; choix du paiement ; tableau de bord de suivi (à vérifier sur un compte de démonstration BLOK avant la séance)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Livraison 24 à 72 h en stock local, dans le Grand Abidjan ; estimation avant validation ; retours en cas de défaut ou d'erreur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Prix, remises, plafond et durée du paiement à terme, livraison en région : « je vous le confirme par écrit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Aucune fonction n'est montrée sans avoir été vérifiée sur la plateforme avant la démonstration.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Les objections prévues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Work Sans"/>
              </a:rPr>
              <a:t>Chaque réponse est courte, et sa preuve est une page du site.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Objection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Réponse courte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Work Sans"/>
                        </a:rPr>
                        <a:t>Preuve à montrer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« Mon fournisseur me connaît.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Gardez-le ; comparez sur une commande.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La demande de cotation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« Sur WhatsApp, c'est plus rapide. »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Pour une ligne, oui ; pour 30 lignes, on dépose une fois.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La liste chargée en PDF ou Excel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« Est-ce sérieux ?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Selon BLOK : fondée en 2024, fournisseurs vérifiés (KYB/KYC), 80 fournisseurs et 200 clients annoncés en janvier 2026.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La page À propos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« Sécurité de mes données ? »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Plateforme protégée (SSL, chiffrement) ; données jamais partagées sans accord, selon la FAQ.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La FAQ « Découvrir BLOK »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« Et si la plateforme tombe ?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À valider avec l'équipe produit de BLOK : aucune garantie de disponibilité n'est publiée sur le site.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Work Sans"/>
                        </a:rPr>
                        <a:t>À demander à l'équipe produit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Work Sans"/>
              </a:rPr>
              <a:t>FICTIF : prospect et cas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Chiffres « annoncés par BLOK » : sans date de mesure ni définition de « client » sur le 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La prochaine étape, et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Prochaine étape unique</a:t>
            </a:r>
            <a:r>
              <a:rPr sz="1900" b="0">
                <a:latin typeface="Work Sans"/>
              </a:rPr>
              <a:t> : déposer ensemble, à la fin de la démonstration, </a:t>
            </a:r>
            <a:r>
              <a:rPr sz="1900" b="1">
                <a:latin typeface="Work Sans"/>
              </a:rPr>
              <a:t>une demande de cotation réelle</a:t>
            </a:r>
            <a:r>
              <a:rPr sz="1900" b="0">
                <a:latin typeface="Work Sans"/>
              </a:rPr>
              <a:t> avec la prochaine liste de Bâtir Plateau SA.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Rappel sous quelques jours</a:t>
            </a:r>
            <a:r>
              <a:rPr sz="1900" b="0">
                <a:latin typeface="Work Sans"/>
              </a:rPr>
              <a:t> (date à fixer avec lui) pour regarder les propositions avec l'équipe achats.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Suite proposée (non lancée, à décider avec BLOK)</a:t>
            </a:r>
            <a:r>
              <a:rPr sz="1900" b="0">
                <a:latin typeface="Work Sans"/>
              </a:rPr>
              <a:t> : un </a:t>
            </a:r>
            <a:r>
              <a:rPr sz="1900" b="1">
                <a:latin typeface="Work Sans"/>
              </a:rPr>
              <a:t>deck pour ses revendeurs</a:t>
            </a:r>
            <a:r>
              <a:rPr sz="1900" b="0">
                <a:latin typeface="Work Sans"/>
              </a:rPr>
              <a:t> (quincailleries et revendeurs, déjà cités par la FAQ comme utilisateurs de la plateforme) et une </a:t>
            </a:r>
            <a:r>
              <a:rPr sz="1900" b="1">
                <a:latin typeface="Work Sans"/>
              </a:rPr>
              <a:t>application pour les commerciaux</a:t>
            </a:r>
            <a:r>
              <a:rPr sz="1900" b="0">
                <a:latin typeface="Work Sans"/>
              </a:rPr>
              <a:t> de BLOK (fiche compte, script d'appel, compte rendu de visite sur téléphone).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Work Sans"/>
              </a:rPr>
              <a:t>Rien n'est envoyé ni publié : la démonstration est préparée, pas jouée.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416279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Work Sans"/>
              </a:rPr>
              <a:t>D'où vient chaque élément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Faits sur BLOK</a:t>
            </a:r>
            <a:r>
              <a:rPr sz="1900" b="0">
                <a:latin typeface="Work Sans"/>
              </a:rPr>
              <a:t> : blok.africa (accueil, /aide, /about, /contact), lus le 15/10/2026. Chiffres « 80 fournisseurs et 200 clients » : annoncés par BLOK, non vérifiés.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Produits de la liste</a:t>
            </a:r>
            <a:r>
              <a:rPr sz="1900" b="0">
                <a:latin typeface="Work Sans"/>
              </a:rPr>
              <a:t> : page d'accueil de blok.africa, rubrique « Tous les nouveaux produits disponibles », lue le 15/10/2026. Quantités et usages FICTIFS.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Prospect, ses trois situations, le déroulé</a:t>
            </a:r>
            <a:r>
              <a:rPr sz="1900" b="0">
                <a:latin typeface="Work Sans"/>
              </a:rPr>
              <a:t> : FICTIFS, construits pour l'entraînement.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Non vérifié</a:t>
            </a:r>
            <a:r>
              <a:rPr sz="1900" b="0">
                <a:latin typeface="Work Sans"/>
              </a:rPr>
              <a:t> : le fonctionnement exact du tableau de bord et de la comparaison de prix, à tester sur un compte de démonstration. </a:t>
            </a:r>
            <a:r>
              <a:rPr sz="1900" b="1">
                <a:latin typeface="Work Sans"/>
              </a:rPr>
              <a:t>Aucun prospect n'a été contacté.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Work Sans"/>
              </a:rPr>
              <a:t>• </a:t>
            </a:r>
            <a:r>
              <a:rPr sz="1900" b="1">
                <a:latin typeface="Work Sans"/>
              </a:rPr>
              <a:t>Charte</a:t>
            </a:r>
            <a:r>
              <a:rPr sz="1900" b="0">
                <a:latin typeface="Work Sans"/>
              </a:rPr>
              <a:t> : logo, bleu nuit #002060, orange #ff4a00 et police Work Sans, relevés sur le site de BLOK.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